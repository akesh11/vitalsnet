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Platypi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72DFD-8105-4DCB-8EB8-B3AEC19751E6}" v="10" dt="2026-02-16T16:39:41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eshii ." userId="683d089537226ae8" providerId="LiveId" clId="{A504B642-DC16-4091-8424-A245DCD8E624}"/>
    <pc:docChg chg="undo custSel modSld">
      <pc:chgData name="Akeshii ." userId="683d089537226ae8" providerId="LiveId" clId="{A504B642-DC16-4091-8424-A245DCD8E624}" dt="2026-02-17T17:04:02.449" v="126" actId="1076"/>
      <pc:docMkLst>
        <pc:docMk/>
      </pc:docMkLst>
      <pc:sldChg chg="addSp modSp mod">
        <pc:chgData name="Akeshii ." userId="683d089537226ae8" providerId="LiveId" clId="{A504B642-DC16-4091-8424-A245DCD8E624}" dt="2026-02-17T17:04:02.449" v="126" actId="1076"/>
        <pc:sldMkLst>
          <pc:docMk/>
          <pc:sldMk cId="0" sldId="256"/>
        </pc:sldMkLst>
        <pc:spChg chg="add mod">
          <ac:chgData name="Akeshii ." userId="683d089537226ae8" providerId="LiveId" clId="{A504B642-DC16-4091-8424-A245DCD8E624}" dt="2026-02-16T16:39:27.046" v="115" actId="2085"/>
          <ac:spMkLst>
            <pc:docMk/>
            <pc:sldMk cId="0" sldId="256"/>
            <ac:spMk id="3" creationId="{95C6DD33-6C7A-699A-34F0-44141F285552}"/>
          </ac:spMkLst>
        </pc:spChg>
        <pc:picChg chg="mod">
          <ac:chgData name="Akeshii ." userId="683d089537226ae8" providerId="LiveId" clId="{A504B642-DC16-4091-8424-A245DCD8E624}" dt="2026-02-17T17:04:02.449" v="126" actId="1076"/>
          <ac:picMkLst>
            <pc:docMk/>
            <pc:sldMk cId="0" sldId="256"/>
            <ac:picMk id="2" creationId="{00000000-0000-0000-0000-000000000000}"/>
          </ac:picMkLst>
        </pc:picChg>
      </pc:sldChg>
      <pc:sldChg chg="addSp modSp mod">
        <pc:chgData name="Akeshii ." userId="683d089537226ae8" providerId="LiveId" clId="{A504B642-DC16-4091-8424-A245DCD8E624}" dt="2026-02-16T16:39:32.106" v="116"/>
        <pc:sldMkLst>
          <pc:docMk/>
          <pc:sldMk cId="0" sldId="257"/>
        </pc:sldMkLst>
        <pc:spChg chg="mod">
          <ac:chgData name="Akeshii ." userId="683d089537226ae8" providerId="LiveId" clId="{A504B642-DC16-4091-8424-A245DCD8E624}" dt="2026-02-16T16:30:01.379" v="0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0:01.379" v="0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0:01.379" v="0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0:01.379" v="0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0:01.379" v="0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0:01.379" v="0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0:57.969" v="4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0:59.819" v="5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Akeshii ." userId="683d089537226ae8" providerId="LiveId" clId="{A504B642-DC16-4091-8424-A245DCD8E624}" dt="2026-02-16T16:31:05.246" v="7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1:07.794" v="8" actId="14100"/>
          <ac:spMkLst>
            <pc:docMk/>
            <pc:sldMk cId="0" sldId="257"/>
            <ac:spMk id="11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2.106" v="116"/>
          <ac:spMkLst>
            <pc:docMk/>
            <pc:sldMk cId="0" sldId="257"/>
            <ac:spMk id="12" creationId="{95CF2961-3969-A0DF-1C03-87050EFFD2E4}"/>
          </ac:spMkLst>
        </pc:spChg>
      </pc:sldChg>
      <pc:sldChg chg="addSp modSp mod">
        <pc:chgData name="Akeshii ." userId="683d089537226ae8" providerId="LiveId" clId="{A504B642-DC16-4091-8424-A245DCD8E624}" dt="2026-02-16T16:39:33.179" v="117"/>
        <pc:sldMkLst>
          <pc:docMk/>
          <pc:sldMk cId="0" sldId="258"/>
        </pc:sldMkLst>
        <pc:spChg chg="mod">
          <ac:chgData name="Akeshii ." userId="683d089537226ae8" providerId="LiveId" clId="{A504B642-DC16-4091-8424-A245DCD8E624}" dt="2026-02-16T16:34:57.785" v="58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01.964" v="59" actId="113"/>
          <ac:spMkLst>
            <pc:docMk/>
            <pc:sldMk cId="0" sldId="258"/>
            <ac:spMk id="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2:34.268" v="29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05.468" v="61" actId="113"/>
          <ac:spMkLst>
            <pc:docMk/>
            <pc:sldMk cId="0" sldId="258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2:34.268" v="29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03.414" v="60" actId="113"/>
          <ac:spMkLst>
            <pc:docMk/>
            <pc:sldMk cId="0" sldId="258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2:40.961" v="33" actId="20577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3.179" v="117"/>
          <ac:spMkLst>
            <pc:docMk/>
            <pc:sldMk cId="0" sldId="258"/>
            <ac:spMk id="9" creationId="{FB287432-0BE5-BFE2-83E9-679A29129EEB}"/>
          </ac:spMkLst>
        </pc:spChg>
      </pc:sldChg>
      <pc:sldChg chg="addSp modSp mod">
        <pc:chgData name="Akeshii ." userId="683d089537226ae8" providerId="LiveId" clId="{A504B642-DC16-4091-8424-A245DCD8E624}" dt="2026-02-16T16:39:33.964" v="118"/>
        <pc:sldMkLst>
          <pc:docMk/>
          <pc:sldMk cId="0" sldId="259"/>
        </pc:sldMkLst>
        <pc:spChg chg="mod">
          <ac:chgData name="Akeshii ." userId="683d089537226ae8" providerId="LiveId" clId="{A504B642-DC16-4091-8424-A245DCD8E624}" dt="2026-02-16T16:35:09.593" v="6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12.070" v="63" actId="113"/>
          <ac:spMkLst>
            <pc:docMk/>
            <pc:sldMk cId="0" sldId="259"/>
            <ac:spMk id="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13.890" v="64" actId="11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15.321" v="65" actId="11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3:20.497" v="39" actId="255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3.964" v="118"/>
          <ac:spMkLst>
            <pc:docMk/>
            <pc:sldMk cId="0" sldId="259"/>
            <ac:spMk id="23" creationId="{D05526A5-4DF7-247A-997E-FE64F218C6F0}"/>
          </ac:spMkLst>
        </pc:spChg>
      </pc:sldChg>
      <pc:sldChg chg="addSp modSp mod">
        <pc:chgData name="Akeshii ." userId="683d089537226ae8" providerId="LiveId" clId="{A504B642-DC16-4091-8424-A245DCD8E624}" dt="2026-02-16T16:39:34.699" v="119"/>
        <pc:sldMkLst>
          <pc:docMk/>
          <pc:sldMk cId="0" sldId="260"/>
        </pc:sldMkLst>
        <pc:spChg chg="mod">
          <ac:chgData name="Akeshii ." userId="683d089537226ae8" providerId="LiveId" clId="{A504B642-DC16-4091-8424-A245DCD8E624}" dt="2026-02-16T16:34:09.897" v="49" actId="113"/>
          <ac:spMkLst>
            <pc:docMk/>
            <pc:sldMk cId="0" sldId="260"/>
            <ac:spMk id="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22.123" v="67" actId="113"/>
          <ac:spMkLst>
            <pc:docMk/>
            <pc:sldMk cId="0" sldId="260"/>
            <ac:spMk id="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22.430" v="53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01.088" v="47" actId="255"/>
          <ac:spMkLst>
            <pc:docMk/>
            <pc:sldMk cId="0" sldId="260"/>
            <ac:spMk id="16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4.699" v="119"/>
          <ac:spMkLst>
            <pc:docMk/>
            <pc:sldMk cId="0" sldId="260"/>
            <ac:spMk id="17" creationId="{7D193B65-5E32-1977-93DD-C011CC2F9F44}"/>
          </ac:spMkLst>
        </pc:spChg>
      </pc:sldChg>
      <pc:sldChg chg="addSp modSp mod">
        <pc:chgData name="Akeshii ." userId="683d089537226ae8" providerId="LiveId" clId="{A504B642-DC16-4091-8424-A245DCD8E624}" dt="2026-02-16T16:39:35.825" v="120"/>
        <pc:sldMkLst>
          <pc:docMk/>
          <pc:sldMk cId="0" sldId="261"/>
        </pc:sldMkLst>
        <pc:spChg chg="mod">
          <ac:chgData name="Akeshii ." userId="683d089537226ae8" providerId="LiveId" clId="{A504B642-DC16-4091-8424-A245DCD8E624}" dt="2026-02-16T16:34:50.570" v="57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42.960" v="75" actId="113"/>
          <ac:spMkLst>
            <pc:docMk/>
            <pc:sldMk cId="0" sldId="261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46.253" v="55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44.766" v="76" actId="11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46.253" v="55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41.725" v="74" actId="11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46.253" v="55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40.252" v="73" actId="11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46.253" v="55" actId="25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38.500" v="72" actId="11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30.936" v="68" actId="113"/>
          <ac:spMkLst>
            <pc:docMk/>
            <pc:sldMk cId="0" sldId="261"/>
            <ac:spMk id="3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46.253" v="55" actId="25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37.148" v="71" actId="113"/>
          <ac:spMkLst>
            <pc:docMk/>
            <pc:sldMk cId="0" sldId="261"/>
            <ac:spMk id="3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46.253" v="55" actId="255"/>
          <ac:spMkLst>
            <pc:docMk/>
            <pc:sldMk cId="0" sldId="261"/>
            <ac:spMk id="4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32.161" v="69" actId="113"/>
          <ac:spMkLst>
            <pc:docMk/>
            <pc:sldMk cId="0" sldId="261"/>
            <ac:spMk id="4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4:46.253" v="55" actId="255"/>
          <ac:spMkLst>
            <pc:docMk/>
            <pc:sldMk cId="0" sldId="261"/>
            <ac:spMk id="4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34.146" v="70" actId="113"/>
          <ac:spMkLst>
            <pc:docMk/>
            <pc:sldMk cId="0" sldId="261"/>
            <ac:spMk id="47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5.825" v="120"/>
          <ac:spMkLst>
            <pc:docMk/>
            <pc:sldMk cId="0" sldId="261"/>
            <ac:spMk id="49" creationId="{23F4093E-CCB9-A11E-3940-DA3A20E2C891}"/>
          </ac:spMkLst>
        </pc:spChg>
      </pc:sldChg>
      <pc:sldChg chg="addSp modSp mod">
        <pc:chgData name="Akeshii ." userId="683d089537226ae8" providerId="LiveId" clId="{A504B642-DC16-4091-8424-A245DCD8E624}" dt="2026-02-16T16:39:37.015" v="121"/>
        <pc:sldMkLst>
          <pc:docMk/>
          <pc:sldMk cId="0" sldId="262"/>
        </pc:sldMkLst>
        <pc:spChg chg="mod">
          <ac:chgData name="Akeshii ." userId="683d089537226ae8" providerId="LiveId" clId="{A504B642-DC16-4091-8424-A245DCD8E624}" dt="2026-02-16T16:36:06.039" v="80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15.269" v="82" actId="113"/>
          <ac:spMkLst>
            <pc:docMk/>
            <pc:sldMk cId="0" sldId="262"/>
            <ac:spMk id="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58.519" v="78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13.197" v="81" actId="113"/>
          <ac:spMkLst>
            <pc:docMk/>
            <pc:sldMk cId="0" sldId="262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28.327" v="90" actId="11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16.801" v="83" actId="11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58.519" v="78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58.519" v="78" actId="25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27.031" v="89" actId="11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58.519" v="78" actId="25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18.152" v="84" actId="113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58.519" v="78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22.979" v="87" actId="11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5:58.519" v="78" actId="255"/>
          <ac:spMkLst>
            <pc:docMk/>
            <pc:sldMk cId="0" sldId="262"/>
            <ac:spMk id="2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25.808" v="88" actId="113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20.292" v="85" actId="11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21.752" v="86" actId="113"/>
          <ac:spMkLst>
            <pc:docMk/>
            <pc:sldMk cId="0" sldId="262"/>
            <ac:spMk id="34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7.015" v="121"/>
          <ac:spMkLst>
            <pc:docMk/>
            <pc:sldMk cId="0" sldId="262"/>
            <ac:spMk id="36" creationId="{0C85A186-A118-D8F3-C022-8584BBD522D7}"/>
          </ac:spMkLst>
        </pc:spChg>
      </pc:sldChg>
      <pc:sldChg chg="addSp modSp mod">
        <pc:chgData name="Akeshii ." userId="683d089537226ae8" providerId="LiveId" clId="{A504B642-DC16-4091-8424-A245DCD8E624}" dt="2026-02-16T16:39:38.130" v="122"/>
        <pc:sldMkLst>
          <pc:docMk/>
          <pc:sldMk cId="0" sldId="263"/>
        </pc:sldMkLst>
        <pc:spChg chg="mod">
          <ac:chgData name="Akeshii ." userId="683d089537226ae8" providerId="LiveId" clId="{A504B642-DC16-4091-8424-A245DCD8E624}" dt="2026-02-16T16:36:43.699" v="94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45.135" v="95" actId="113"/>
          <ac:spMkLst>
            <pc:docMk/>
            <pc:sldMk cId="0" sldId="263"/>
            <ac:spMk id="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38.990" v="92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46.585" v="96" actId="113"/>
          <ac:spMkLst>
            <pc:docMk/>
            <pc:sldMk cId="0" sldId="263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38.990" v="92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47.929" v="97" actId="113"/>
          <ac:spMkLst>
            <pc:docMk/>
            <pc:sldMk cId="0" sldId="263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38.990" v="92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51.284" v="99" actId="113"/>
          <ac:spMkLst>
            <pc:docMk/>
            <pc:sldMk cId="0" sldId="263"/>
            <ac:spMk id="9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38.990" v="92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6:49.563" v="98" actId="113"/>
          <ac:spMkLst>
            <pc:docMk/>
            <pc:sldMk cId="0" sldId="263"/>
            <ac:spMk id="11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8.130" v="122"/>
          <ac:spMkLst>
            <pc:docMk/>
            <pc:sldMk cId="0" sldId="263"/>
            <ac:spMk id="13" creationId="{EAACE65A-5FD5-FC79-879C-B2F41BB0ABFF}"/>
          </ac:spMkLst>
        </pc:spChg>
      </pc:sldChg>
      <pc:sldChg chg="addSp modSp mod">
        <pc:chgData name="Akeshii ." userId="683d089537226ae8" providerId="LiveId" clId="{A504B642-DC16-4091-8424-A245DCD8E624}" dt="2026-02-16T16:39:39.064" v="123"/>
        <pc:sldMkLst>
          <pc:docMk/>
          <pc:sldMk cId="0" sldId="264"/>
        </pc:sldMkLst>
        <pc:spChg chg="mod">
          <ac:chgData name="Akeshii ." userId="683d089537226ae8" providerId="LiveId" clId="{A504B642-DC16-4091-8424-A245DCD8E624}" dt="2026-02-16T16:38:06.304" v="103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26.296" v="108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11.956" v="104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22.684" v="107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19.851" v="106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27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31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3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7:57.853" v="101" actId="255"/>
          <ac:spMkLst>
            <pc:docMk/>
            <pc:sldMk cId="0" sldId="264"/>
            <ac:spMk id="38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39.064" v="123"/>
          <ac:spMkLst>
            <pc:docMk/>
            <pc:sldMk cId="0" sldId="264"/>
            <ac:spMk id="40" creationId="{DD039D86-2B7A-5656-8EEE-AD25292B35FA}"/>
          </ac:spMkLst>
        </pc:spChg>
      </pc:sldChg>
      <pc:sldChg chg="addSp modSp mod">
        <pc:chgData name="Akeshii ." userId="683d089537226ae8" providerId="LiveId" clId="{A504B642-DC16-4091-8424-A245DCD8E624}" dt="2026-02-16T16:39:40.072" v="124"/>
        <pc:sldMkLst>
          <pc:docMk/>
          <pc:sldMk cId="0" sldId="265"/>
        </pc:sldMkLst>
        <pc:spChg chg="mod">
          <ac:chgData name="Akeshii ." userId="683d089537226ae8" providerId="LiveId" clId="{A504B642-DC16-4091-8424-A245DCD8E624}" dt="2026-02-16T16:38:48.814" v="112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keshii ." userId="683d089537226ae8" providerId="LiveId" clId="{A504B642-DC16-4091-8424-A245DCD8E624}" dt="2026-02-16T16:38:40.910" v="110" actId="2711"/>
          <ac:spMkLst>
            <pc:docMk/>
            <pc:sldMk cId="0" sldId="265"/>
            <ac:spMk id="22" creationId="{00000000-0000-0000-0000-000000000000}"/>
          </ac:spMkLst>
        </pc:spChg>
        <pc:spChg chg="add mod">
          <ac:chgData name="Akeshii ." userId="683d089537226ae8" providerId="LiveId" clId="{A504B642-DC16-4091-8424-A245DCD8E624}" dt="2026-02-16T16:39:40.072" v="124"/>
          <ac:spMkLst>
            <pc:docMk/>
            <pc:sldMk cId="0" sldId="265"/>
            <ac:spMk id="23" creationId="{F02B5BE7-4C3B-DC60-3253-9C6D91136287}"/>
          </ac:spMkLst>
        </pc:spChg>
      </pc:sldChg>
      <pc:sldChg chg="addSp modSp">
        <pc:chgData name="Akeshii ." userId="683d089537226ae8" providerId="LiveId" clId="{A504B642-DC16-4091-8424-A245DCD8E624}" dt="2026-02-16T16:39:41.088" v="125"/>
        <pc:sldMkLst>
          <pc:docMk/>
          <pc:sldMk cId="0" sldId="266"/>
        </pc:sldMkLst>
        <pc:spChg chg="add mod">
          <ac:chgData name="Akeshii ." userId="683d089537226ae8" providerId="LiveId" clId="{A504B642-DC16-4091-8424-A245DCD8E624}" dt="2026-02-16T16:39:41.088" v="125"/>
          <ac:spMkLst>
            <pc:docMk/>
            <pc:sldMk cId="0" sldId="266"/>
            <ac:spMk id="4" creationId="{292BA607-5E48-54DA-10E1-052F5602FF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58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86161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ieeexplore.ieee.org/document/8489709" TargetMode="External"/><Relationship Id="rId5" Type="http://schemas.openxmlformats.org/officeDocument/2006/relationships/hyperlink" Target="https://ieeexplore.ieee.org/document/8893945" TargetMode="External"/><Relationship Id="rId4" Type="http://schemas.openxmlformats.org/officeDocument/2006/relationships/hyperlink" Target="https://arxiv.org/abs/2303.0478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7.sv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24" Type="http://schemas.openxmlformats.org/officeDocument/2006/relationships/image" Target="../media/image45.sv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1.svg"/><Relationship Id="rId19" Type="http://schemas.openxmlformats.org/officeDocument/2006/relationships/image" Target="../media/image40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Relationship Id="rId22" Type="http://schemas.openxmlformats.org/officeDocument/2006/relationships/image" Target="../media/image4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902" y="629126"/>
            <a:ext cx="12390596" cy="69713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C6DD33-6C7A-699A-34F0-44141F285552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436" y="1149429"/>
            <a:ext cx="6571417" cy="5930741"/>
          </a:xfrm>
          <a:prstGeom prst="roundRect">
            <a:avLst>
              <a:gd name="adj" fmla="val 574"/>
            </a:avLst>
          </a:prstGeom>
          <a:solidFill>
            <a:srgbClr val="F3E3D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47825" y="137624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THE PROBLEM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7250" y="2033945"/>
            <a:ext cx="467653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The Post-Truth Media Crisis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7250" y="2686050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AI can generate indistinguishable deepfake videos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Metadata can be altered.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Hashes only prove </a:t>
            </a:r>
            <a:r>
              <a:rPr lang="en-US" sz="1750" i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existence</a:t>
            </a: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, not </a:t>
            </a:r>
            <a:r>
              <a:rPr lang="en-US" sz="1750" i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authenticity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Victims have no way to prove innocence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Consent is not technically enforceable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53557" y="137624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OUR SOLUTION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2033945"/>
            <a:ext cx="382202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BIO-VAULT PROTOCOL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2686050"/>
            <a:ext cx="6244709" cy="65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A </a:t>
            </a:r>
            <a:r>
              <a:rPr lang="en-US" sz="265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three-layer cryptographic system</a:t>
            </a:r>
            <a:r>
              <a:rPr lang="en-US" sz="26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 that: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3338154"/>
            <a:ext cx="6244709" cy="153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Anchors human physiology to media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Enforces real-time consent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Preserves privacy via zero-knowledge proofs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4817745"/>
            <a:ext cx="3402330" cy="61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Key Outputs: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5526762"/>
            <a:ext cx="6244709" cy="147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Proof of Presence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Proof of Consent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Legal Exoneration Capability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F2961-3969-A0DF-1C03-87050EFFD2E4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6745"/>
            <a:ext cx="4802267" cy="60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Literature Review: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0932" y="1633538"/>
            <a:ext cx="2851190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1. rPPG &amp; Deep Learning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0932" y="2096333"/>
            <a:ext cx="6289953" cy="226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MMPD (Mobile &amp; Real-World Gap): The paper that explicitly states the "gap" regarding mobile phone cameras, lighting, and skin tones.</a:t>
            </a:r>
          </a:p>
          <a:p>
            <a:pPr algn="l">
              <a:lnSpc>
                <a:spcPts val="2200"/>
              </a:lnSpc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Tang, J., et al. (2023). "MMPD: Multi-Domain Mobile Video Physiology Dataset.“</a:t>
            </a:r>
            <a:b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Link: </a:t>
            </a:r>
            <a:r>
              <a:rPr lang="en-US" sz="1600" u="sng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 EMBC</a:t>
            </a: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/ </a:t>
            </a:r>
            <a:r>
              <a:rPr lang="en-US" sz="1600" u="sng" dirty="0" err="1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br>
              <a:rPr lang="en-US" sz="1600" u="sng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0932" y="4438184"/>
            <a:ext cx="4617720" cy="382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2. Blockchain for Media Authentication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0932" y="4821674"/>
            <a:ext cx="6289953" cy="272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Limitations of Current Blockchain Media Auth: Research discussing how blockchain currently only verifies file integrity (hashing) rather than content authenticity or "Deepfake prevention.“</a:t>
            </a:r>
            <a:b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Hasan, H. R., &amp; Salah, K. (2019). "Combating Deepfake Videos Using Blockchain and Smart Contracts.“</a:t>
            </a:r>
            <a:b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Link: </a:t>
            </a:r>
            <a:r>
              <a:rPr lang="en-US" sz="1600" u="sng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 Access</a:t>
            </a:r>
            <a:br>
              <a:rPr lang="en-US" sz="1600" u="sng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Also see: Gipp, B., et al. "Securing Video Integrity with Blockchain."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57135" y="1633538"/>
            <a:ext cx="4511635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3. Zero-Knowledge Proofs (Biometrics)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57135" y="2096333"/>
            <a:ext cx="6289953" cy="272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ZKPs for Biometric Identity: Papers discussing the general application of ZKP to hide biometric templates (the gap is the dynamic signal aspect).</a:t>
            </a:r>
            <a:b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Gunasinghe, H., et al. (2018). "PrivBio: Privacy-Preserving Biometric Authentication Using Zero-Knowledge Proofs.“</a:t>
            </a:r>
            <a:b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Link: </a:t>
            </a:r>
            <a:r>
              <a:rPr lang="en-US" sz="1600" u="sng" dirty="0">
                <a:solidFill>
                  <a:srgbClr val="3E2513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IEEE Digital Library</a:t>
            </a: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(General concept ref)</a:t>
            </a:r>
            <a:b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Note: The specific gap of "ZKPs for continuous rPPG signals" is a novelty of your project, so you cite general ZKP Biometric papers to show the lack of dynamic solutions.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87432-0BE5-BFE2-83E9-679A29129EEB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737"/>
            <a:ext cx="527125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REAL-WORLD SCENARIOS: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23643"/>
            <a:ext cx="360211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Scenario 1: Deepfake Frame-Up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932384"/>
            <a:ext cx="4090273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Fake video lacks physiological consistency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Registry check fails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Victim cleared instantly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757964"/>
            <a:ext cx="409027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" y="3098959"/>
            <a:ext cx="2728913" cy="169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78874" y="1512570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278874" y="1828562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78874" y="2144554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278874" y="2471618"/>
            <a:ext cx="394311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Scenario 2: Hidden Camera Abuse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78874" y="2880360"/>
            <a:ext cx="4088963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No consent handshake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Recorder's device ID + bio-signature anchored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Permanent forensic trail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78874" y="3705939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840" y="4046934"/>
            <a:ext cx="2728913" cy="169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62649" y="1512570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9762649" y="1828562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762649" y="2144554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9762649" y="2460546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762649" y="2776538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9762649" y="3103602"/>
            <a:ext cx="408896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Scenario 3: Stolen Research / Project Ownership Dispute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762649" y="3810000"/>
            <a:ext cx="4088963" cy="1412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Creator's biometric signature is bound to the initial project creation event.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Immutable timestamp shows the project existed under the original creator </a:t>
            </a:r>
            <a:r>
              <a:rPr lang="en-US" sz="1600" i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before</a:t>
            </a: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the thief's claim.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Version hashes match the original registry entry.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Ownership trail is undeniable.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9762649" y="5322332"/>
            <a:ext cx="408896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615" y="5663327"/>
            <a:ext cx="2728913" cy="169140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05526A5-4DF7-247A-997E-FE64F218C6F0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33939"/>
            <a:ext cx="4196358" cy="6161723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1084" y="1291233"/>
            <a:ext cx="35628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LAYER A-BIO-SIGNATURE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084" y="173628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Physiological Identity Binding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084" y="2581037"/>
            <a:ext cx="3681770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AI extracts heartbeat via camera (rPPG)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Signal is time-synchronized with frames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Heartbeat used as cryptographic salt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Salt is never stored in raw 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084" y="585823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Output: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Frame-level SHA-256 hashes with biological entropy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6962" y="1033939"/>
            <a:ext cx="4196358" cy="6161723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4256" y="1291233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LAYER B - CONSENSUAL HANDSHAKE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74256" y="209061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Multi-Party Consent Protocol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74256" y="2935367"/>
            <a:ext cx="3681770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Recorder + subjects activate Bio-Vault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Devices discover each other via Bluetooth/NFC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Heartbeats synchronized within tolerance window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Multi-signature consensus hash generated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74256" y="621256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If handshake fails: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Recording is flagged as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Unauthorized.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1033939"/>
            <a:ext cx="4196358" cy="6161723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97427" y="1291233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LAYER C — ZERO-KNOWLEDGE PRIVACY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97427" y="209061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Privacy-Preserving Legal Verification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97427" y="2935367"/>
            <a:ext cx="3681770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zk-SNARKs prove: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"This video does NOT match my Bio-Signature"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No raw video or biometric data revealed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Courts verify proofs mathematically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97427" y="584966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Key Insight: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Innocence can be proven without exposure.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193B65-5E32-1977-93DD-C011CC2F9F44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6182"/>
            <a:ext cx="678858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Bio-Vault Protocol Workflow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4429244"/>
            <a:ext cx="13042821" cy="22860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04536" y="3850898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799153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1365" y="4284524"/>
            <a:ext cx="289203" cy="2892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6552" y="1816298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Initiate Video Capture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6552" y="2516981"/>
            <a:ext cx="205918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Begin recording video with real-time physiological monitoring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29226" y="4429185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123843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6054" y="4284524"/>
            <a:ext cx="289203" cy="2892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11241" y="5200412"/>
            <a:ext cx="2059186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Extract Physiological Data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311241" y="6202323"/>
            <a:ext cx="205918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AI analyzes video to extract heartbeat and other physiological signals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654034" y="3850898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448651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0863" y="4284524"/>
            <a:ext cx="289203" cy="2892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6050" y="1816298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Secure Frame Data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636050" y="2516981"/>
            <a:ext cx="205918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Each video frame is hashed and bound with extracted bio-data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978723" y="4429185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773341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5552" y="4284524"/>
            <a:ext cx="289203" cy="2892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60739" y="5200412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Confirm Consent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960739" y="5599867"/>
            <a:ext cx="2059186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Participants verify consent through blockchain handshake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303532" y="3850898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098149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70360" y="4284524"/>
            <a:ext cx="289203" cy="2892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85548" y="1816298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Achieve Consensus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6285548" y="2516981"/>
            <a:ext cx="205918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Multiple signatures confirm the integrity of the video and consent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628340" y="4429185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8422958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95169" y="4284524"/>
            <a:ext cx="289203" cy="2892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10237" y="5200412"/>
            <a:ext cx="20593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Secure Storage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610237" y="5599867"/>
            <a:ext cx="2059305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Encrypted video is stored off-chain on IPFS or local device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9953030" y="3850898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9747647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819858" y="4284524"/>
            <a:ext cx="289203" cy="28920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935045" y="1816298"/>
            <a:ext cx="20591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Create Proof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8935045" y="2215753"/>
            <a:ext cx="205918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Zero-knowledge proof is generated to verify authenticity without revealing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11277838" y="4429185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11072455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44667" y="4284524"/>
            <a:ext cx="289203" cy="28920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259854" y="5200412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Immutable Record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10259854" y="5901095"/>
            <a:ext cx="2059186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Proof and metadata are stored immutably on the blockchain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12602528" y="3850898"/>
            <a:ext cx="22860" cy="578406"/>
          </a:xfrm>
          <a:prstGeom prst="roundRect">
            <a:avLst>
              <a:gd name="adj" fmla="val 12651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12397145" y="4212372"/>
            <a:ext cx="433745" cy="43374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469356" y="4284524"/>
            <a:ext cx="289203" cy="28920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1584543" y="1816298"/>
            <a:ext cx="2059186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Protocol Completion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37"/>
          <p:cNvSpPr/>
          <p:nvPr/>
        </p:nvSpPr>
        <p:spPr>
          <a:xfrm>
            <a:off x="11584543" y="2516981"/>
            <a:ext cx="2059186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Bio-Vault protocol successfully anchors and authenticates video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F4093E-CCB9-A11E-3940-DA3A20E2C891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7113"/>
            <a:ext cx="75827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Components of Bio-Vault Protocol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574363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20944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Device ID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2579965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Unique identifier for the device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1841" y="1574363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1841" y="220944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Heart Rate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01841" y="2579965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Real-time heart rate of the user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9892" y="1574363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9892" y="220944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Timestamp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09892" y="2579965"/>
            <a:ext cx="422671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Time of media creation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3131463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37665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Frame Index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93790" y="4137065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Position of the frame in the media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01841" y="3131463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01841" y="37665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Nonce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201841" y="4137065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Random number to ensure uniqueness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09892" y="3131463"/>
            <a:ext cx="453628" cy="4536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09892" y="37665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Consensus Hash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609892" y="4137065"/>
            <a:ext cx="422671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Hash of the consensus block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3790" y="4688562"/>
            <a:ext cx="453628" cy="45362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3790" y="5323642"/>
            <a:ext cx="245852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rPPG Signal Processor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793790" y="5694164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Processes signals from the device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01841" y="4688562"/>
            <a:ext cx="453628" cy="45362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01841" y="53236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Consent Manager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201841" y="5694164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Manages user consent for data usage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09892" y="4688562"/>
            <a:ext cx="453628" cy="45362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609892" y="53236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Hash Generator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9609892" y="5694164"/>
            <a:ext cx="422671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Creates cryptographic hashes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3790" y="6245662"/>
            <a:ext cx="453628" cy="45362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93790" y="688074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ZKP Generator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0"/>
          <p:cNvSpPr/>
          <p:nvPr/>
        </p:nvSpPr>
        <p:spPr>
          <a:xfrm>
            <a:off x="793790" y="7251263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Generates zero-knowledge proofs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01841" y="6245662"/>
            <a:ext cx="453628" cy="45362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201841" y="6880741"/>
            <a:ext cx="331660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Blockchain Anchoring Service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5201841" y="7251263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Anchors media to the blockchain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85A186-A118-D8F3-C022-8584BBD522D7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096"/>
            <a:ext cx="1252716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TECHNICAL ARCHITECTURE AND TECH STACK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50244"/>
            <a:ext cx="3457575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AI &amp; Computer Vision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58891"/>
            <a:ext cx="3997881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MediaPipe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OpenCV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Custom rPPG CNN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Frame synchronization logic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25070" y="1950244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Blockchain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25070" y="2558891"/>
            <a:ext cx="3996571" cy="1966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Polygon / Arbitrum (Layer-2)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Smart contracts for: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l">
              <a:lnSpc>
                <a:spcPts val="2600"/>
              </a:lnSpc>
              <a:buSzPct val="100000"/>
              <a:buChar char="◦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Consent state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l">
              <a:lnSpc>
                <a:spcPts val="2600"/>
              </a:lnSpc>
              <a:buSzPct val="100000"/>
              <a:buChar char="◦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Proof anchoring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l">
              <a:lnSpc>
                <a:spcPts val="2600"/>
              </a:lnSpc>
              <a:buSzPct val="100000"/>
              <a:buChar char="◦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Revocation records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55041" y="1950244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Storage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55041" y="2558891"/>
            <a:ext cx="3996571" cy="215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IPFS + Filecoin (persistent decentralized storage)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AES-256-GCM encrypted content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Envelope encryption with off-chain key management (KMS / local key vault)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225177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Cryptography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5833824"/>
            <a:ext cx="6258520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SHA-256 (frame hashing)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Multi-signature hashing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TEE (Intel SGX / AMD SEV / ARM TrustZone)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Nonce &amp; timestamp anchorin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85710" y="5225177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Privacy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85710" y="5833824"/>
            <a:ext cx="6258520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zk-SNARKs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Local proof generation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No biometric data on-chain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CE65A-5FD5-FC79-879C-B2F41BB0ABFF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8352"/>
            <a:ext cx="10906482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HOW BIO-VAULT IS DIFFERENT FROM EXISTING SYSTEMS (Novelty analysis)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787485"/>
            <a:ext cx="13042821" cy="5343763"/>
          </a:xfrm>
          <a:prstGeom prst="roundRect">
            <a:avLst>
              <a:gd name="adj" fmla="val 5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01410" y="1795105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4291" y="1900952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Aspect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40191" y="1900952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Conventional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82282" y="1900952"/>
            <a:ext cx="39539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BIO-VAULT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1410" y="2292072"/>
            <a:ext cx="13027581" cy="782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4291" y="2397919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What is verified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40191" y="2397919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Verifies the digital file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after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creation.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82282" y="2397919"/>
            <a:ext cx="395394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Verifies the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real-world capture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event itself.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1410" y="3074313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94291" y="3180159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Consent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40191" y="3180159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Based on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legal text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or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user declarations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82282" y="3180159"/>
            <a:ext cx="39539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Proven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cryptographically at capture time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3571280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4291" y="3677126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Storage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40191" y="3677126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Stores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raw media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files.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82282" y="3677126"/>
            <a:ext cx="39539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Stores only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cryptographic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metadata.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1410" y="4068247"/>
            <a:ext cx="13027581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4291" y="4174093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Privacy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40191" y="4174093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Raw data exposure creates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privacy risk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82282" y="4174093"/>
            <a:ext cx="395394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Biological signals are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ephemeral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privacy-preserving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1410" y="4850487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94291" y="4956334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Trust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40191" y="4956334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Depends on institutions or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platforms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82282" y="4956334"/>
            <a:ext cx="39539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Depends on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mathematical proof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1410" y="5347454"/>
            <a:ext cx="13027581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4291" y="5453301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Dispute handling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40191" y="5453301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Requires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manual review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and arbitration.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82282" y="5453301"/>
            <a:ext cx="395394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Resolved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automatically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through verification.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1410" y="6129695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4291" y="6235541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Ownership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40191" y="6235541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Claimed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after upload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and contestable.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682282" y="6235541"/>
            <a:ext cx="39539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Bound to the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recorder at capture time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01410" y="6626662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4291" y="6732508"/>
            <a:ext cx="39527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Tampering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40191" y="6732508"/>
            <a:ext cx="394894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Alterations may go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undetected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682282" y="6732508"/>
            <a:ext cx="39539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Any modification </a:t>
            </a:r>
            <a:r>
              <a:rPr lang="en-US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breaks the proof chain</a:t>
            </a:r>
            <a:r>
              <a:rPr lang="en-US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039D86-2B7A-5656-8EEE-AD25292B35FA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1114"/>
            <a:ext cx="74155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Key Benefits of BIO-VAULT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45352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3D8">
              <a:alpha val="50000"/>
            </a:srgbClr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8860" y="249602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30906" y="253138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Authentic Event Verification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30906" y="3376136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Verifies the 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real-world capture event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 itself, not just the digital file after creation.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35893" y="245352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3D8">
              <a:alpha val="50000"/>
            </a:srgbClr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20963" y="249602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73008" y="253138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Cryptographically Proven Consent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73008" y="337613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Consent is proven 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cryptographically at capture time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, eliminating reliance on legal text or user declarations.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77995" y="245352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3D8">
              <a:alpha val="50000"/>
            </a:srgbClr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63065" y="249602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15111" y="2531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Enhanced Privacy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15111" y="3021806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Stores only 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cryptographic metadata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, ensuring biological signals are ephemeral and privacy-preserving.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528137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3D8">
              <a:alpha val="50000"/>
            </a:srgbClr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8860" y="53238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30906" y="5359241"/>
            <a:ext cx="3966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Mathematical Proof of Trust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30906" y="5849660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The trust model depends on 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mathematical proof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, not on institutions or platforms.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56884" y="528137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3D8">
              <a:alpha val="50000"/>
            </a:srgbClr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1955" y="53238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94000" y="5359241"/>
            <a:ext cx="32386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Platypi Medium" pitchFamily="34" charset="-122"/>
                <a:cs typeface="Times New Roman" panose="02020603050405020304" pitchFamily="18" charset="0"/>
              </a:rPr>
              <a:t>Tamper-Proof Integrity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94000" y="5849660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Any modification to the data </a:t>
            </a:r>
            <a:r>
              <a:rPr lang="en-US" sz="2000" b="1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breaks the proof chain</a:t>
            </a:r>
            <a:r>
              <a:rPr lang="en-US" sz="2000" dirty="0">
                <a:solidFill>
                  <a:srgbClr val="504C49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, ensuring alterations are immediately detected.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2B5BE7-4C3B-DC60-3253-9C6D91136287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419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Prototype output :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18536"/>
            <a:ext cx="11086386" cy="59226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2BA607-5E48-54DA-10E1-052F5602FF68}"/>
              </a:ext>
            </a:extLst>
          </p:cNvPr>
          <p:cNvSpPr/>
          <p:nvPr/>
        </p:nvSpPr>
        <p:spPr>
          <a:xfrm>
            <a:off x="12734693" y="7716644"/>
            <a:ext cx="1895707" cy="5129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1036</Words>
  <Application>Microsoft Office PowerPoint</Application>
  <PresentationFormat>Custom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Platypi Medium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Akeshii .</cp:lastModifiedBy>
  <cp:revision>1</cp:revision>
  <dcterms:created xsi:type="dcterms:W3CDTF">2026-02-16T16:28:39Z</dcterms:created>
  <dcterms:modified xsi:type="dcterms:W3CDTF">2026-02-17T17:04:11Z</dcterms:modified>
</cp:coreProperties>
</file>